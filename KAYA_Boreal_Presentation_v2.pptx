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BORÉAL ASSURANCES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Construire la Chaîne de Données et Analyser le Portefeuille</a:t>
            </a:r>
          </a:p>
          <a:p>
            <a:pPr>
              <a:defRPr sz="2000">
                <a:solidFill>
                  <a:srgbClr val="64748B"/>
                </a:solidFill>
              </a:defRPr>
            </a:pPr>
            <a:r>
              <a:t>Soutenance de Projet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Présenté par : Christe Celina KAYA MAXIME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BORÉAL ASSURANCES — DASHBOARD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Architecture sous DuckDB (Détail des Couches)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🟤 Couche RAW (Brute)  —  Ingestion Multi-Sources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Stockage initial sans altération des fichiers CSV &amp; Parquet.</a:t>
            </a:r>
            <a:br/>
            <a:r>
              <a:t>• Ingestion automatisée du CRM, Contrats, Sinistres et des 64 fichiers de règlements mensuels.</a:t>
            </a:r>
            <a:br/>
            <a:r>
              <a:t>• Conservation de l'historique brut pour audit et traçabilité.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63240"/>
            <a:ext cx="10728655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⚪ Couche PREP (Qualité)  —  Nettoyage &amp; Quarantaine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Application dynamique des 15 règles de gestion (R01 à R15).</a:t>
            </a:r>
            <a:br/>
            <a:r>
              <a:t>• Isolation automatique en table prep.quarantaine (87 lignes isolées au dernier run).</a:t>
            </a:r>
            <a:br/>
            <a:r>
              <a:t>• Typage fort des colonnes, dédoublonnage et validation chronologique.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728655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🟡 Couche DWH (Entrepôt)  —  Modélisation en Étoile (Kimball)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Création du schéma dimensionnel optimisé sous DuckDB.</a:t>
            </a:r>
            <a:br/>
            <a:r>
              <a:t>• Table de faits (20 109 faits contrats actifs, sinistres, règlements) &amp; Dimensions.</a:t>
            </a:r>
            <a:br/>
            <a:r>
              <a:t>• Utilisation de clés substitutives (SK) et alimentation haute performance (&lt;100ms).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BORÉAL ASSURANCES — DASHBOARD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Indicateurs Clés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Volume &amp; Contrats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Contrats Actifs : 20 109[cite: 5]</a:t>
            </a:r>
            <a:br/>
            <a:r>
              <a:t>• Taux de Résiliation : 32.5% (Alerte attrition)[cite: 5]</a:t>
            </a:r>
            <a:br/>
            <a:r>
              <a:t>• Fréquence des sinistres : 20.1%[cite: 5]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645920"/>
            <a:ext cx="32918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Alerte Rentabilité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Ratio S/P Global : 333.0%[cite: 5]</a:t>
            </a:r>
            <a:br/>
            <a:r>
              <a:t>• Seuil d'équilibre critique dépassé (objectif &lt; 70%)[cite: 5].</a:t>
            </a:r>
            <a:br/>
            <a:r>
              <a:t>• Coût Moyen par sinistre : 7 309 €[cite: 5].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2918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Pipeline Data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Moteur DuckDB + Streamlit.</a:t>
            </a:r>
            <a:br/>
            <a:r>
              <a:t>• 87 anomalies isolées en quarantaine.</a:t>
            </a:r>
            <a:br/>
            <a:r>
              <a:t>• Traitement robuste et non bloquant.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BORÉAL ASSURANCES — DASHBOARD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Segmentation Technique : Ratio S/P par Tranche d'Âge</a:t>
            </a:r>
          </a:p>
        </p:txBody>
      </p:sp>
      <p:pic>
        <p:nvPicPr>
          <p:cNvPr id="3" name="Picture 2" descr="chart_sp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33588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Analyse: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Déséquilibre Global : Tous les segments affichent des ratios S/P supérieurs à 200%[cite: 7].</a:t>
            </a:r>
            <a:br/>
            <a:br/>
            <a:r>
              <a:t>• Pic Critique : La tranche 36-50 ans atteint un ratio record de 469.85%[cite: 7].</a:t>
            </a:r>
            <a:br/>
            <a:br/>
            <a:r>
              <a:t>• Action Métier : Refonte tarifaire globale requise pour redresser la marge sur l'ensemble du portefeuille[cite: 7].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BORÉAL ASSURANCES — DASHBOARD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Performance Opérationnelle : Délais de Gestion</a:t>
            </a:r>
          </a:p>
        </p:txBody>
      </p:sp>
      <p:pic>
        <p:nvPicPr>
          <p:cNvPr id="3" name="Picture 2" descr="chart_delai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33588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Analyse des Délais (Gouvernance) :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Réactivité Standard : Médiane homogène entre 4 et 6 jours[cite: 10].</a:t>
            </a:r>
            <a:br/>
            <a:br/>
            <a:r>
              <a:t>• Goulots d'étranglement (P90) :</a:t>
            </a:r>
            <a:br/>
            <a:r>
              <a:t>  - VOL : 25 jours[cite: 10]</a:t>
            </a:r>
            <a:br/>
            <a:r>
              <a:t>  - INCENDIE : 23 jours[cite: 10]</a:t>
            </a:r>
            <a:br/>
            <a:br/>
            <a:r>
              <a:t>• Recommandation : Digitaliser l'instruction des dossiers complexes pour réduire le P90.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BORÉAL ASSURANCES — DASHBOARD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Recommandations Décisionnelles &amp; Plan d'Action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1. Réajustement Tarifaire Global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Correction des tarifs sur les segments déficitaires (ex: 36-50 ans à 469% de S/P) pour ramener le ratio global sous le seuil d'équilibre de 70%[cite: 5, 7].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2. Programme Rétention &amp; Lutte Anti-Attrition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Mise en place d'actions ciblées pour enrayer le taux de résiliation élevé (32.5%) et fidéliser le portefeuille[cite: 5].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3. Fluidification des Sinistres Complexes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Automatisation des expertises sur les garanties Vol et Incendie pour faire baisser le P90 de 25 jours[cite: 10].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CONCLUSION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Boréal Assurances dispose aujourd'hui d'une plateforme data robuste et d'un outil décisionnel clé en main pour redresser sa rentabilité et piloter son portefeuille avec précision.</a:t>
            </a:r>
          </a:p>
          <a:p>
            <a:br/>
            <a:pPr>
              <a:defRPr sz="1500">
                <a:solidFill>
                  <a:srgbClr val="E2E8F0"/>
                </a:solidFill>
              </a:defRPr>
            </a:pPr>
            <a:r>
              <a:t> Merci de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